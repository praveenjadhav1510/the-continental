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Instrument Sans"/>
      <p:regular r:id="rId16"/>
    </p:embeddedFont>
    <p:embeddedFont>
      <p:font typeface="Instrument Sans"/>
      <p:regular r:id="rId17"/>
    </p:embeddedFont>
    <p:embeddedFont>
      <p:font typeface="Instrument Sans"/>
      <p:regular r:id="rId18"/>
    </p:embeddedFont>
    <p:embeddedFont>
      <p:font typeface="Instrument Sans"/>
      <p:regular r:id="rId19"/>
    </p:embeddedFont>
    <p:embeddedFont>
      <p:font typeface="Instrument Sans"/>
      <p:regular r:id="rId20"/>
    </p:embeddedFont>
    <p:embeddedFont>
      <p:font typeface="Instrument Sans"/>
      <p:regular r:id="rId21"/>
    </p:embeddedFont>
    <p:embeddedFont>
      <p:font typeface="Instrument Sans"/>
      <p:regular r:id="rId22"/>
    </p:embeddedFont>
    <p:embeddedFont>
      <p:font typeface="Instrument Sans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187768"/>
            <a:ext cx="7415927" cy="319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350"/>
              </a:lnSpc>
              <a:buNone/>
            </a:pPr>
            <a:r>
              <a:rPr lang="en-US" sz="670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Continental: A React-based Web Application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6350437" y="4752023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Continental is a web application built using React.js, Node.js, MySQL, and Font Awesome. The application features a modern and user-friendly interface, designed to provide a seamless experience for users.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437" y="6628328"/>
            <a:ext cx="394930" cy="394930"/>
          </a:xfrm>
          <a:prstGeom prst="roundRect">
            <a:avLst>
              <a:gd name="adj" fmla="val 23151155"/>
            </a:avLst>
          </a:prstGeom>
          <a:solidFill>
            <a:srgbClr val="F9E604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9979" y="6777038"/>
            <a:ext cx="95726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3C383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pj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868716" y="6609874"/>
            <a:ext cx="2626995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by praveen jadhav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9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8746" y="528280"/>
            <a:ext cx="4802743" cy="600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Home Page Design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158746" y="1416725"/>
            <a:ext cx="7799308" cy="1429583"/>
          </a:xfrm>
          <a:prstGeom prst="roundRect">
            <a:avLst>
              <a:gd name="adj" fmla="val 564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58414" y="1616393"/>
            <a:ext cx="2401372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Full-width Banner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58414" y="2031802"/>
            <a:ext cx="7399973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home page features a full-width banner image that showcases the application's key features and benefits.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58746" y="3038356"/>
            <a:ext cx="7799308" cy="1429583"/>
          </a:xfrm>
          <a:prstGeom prst="roundRect">
            <a:avLst>
              <a:gd name="adj" fmla="val 564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8414" y="3238024"/>
            <a:ext cx="2401372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Interactive Map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58414" y="3653433"/>
            <a:ext cx="7399973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 interactive map allows users to explore available locations and discover nearby options.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58746" y="4659987"/>
            <a:ext cx="7799308" cy="1429583"/>
          </a:xfrm>
          <a:prstGeom prst="roundRect">
            <a:avLst>
              <a:gd name="adj" fmla="val 564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8414" y="4859655"/>
            <a:ext cx="2401372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Testimonials Section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358414" y="5275064"/>
            <a:ext cx="7399973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dedicated testimonials section provides social proof and builds trust, showcasing positive user experiences.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8746" y="6281618"/>
            <a:ext cx="7799308" cy="1429583"/>
          </a:xfrm>
          <a:prstGeom prst="roundRect">
            <a:avLst>
              <a:gd name="adj" fmla="val 564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8414" y="6481286"/>
            <a:ext cx="2456497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Call to Action Buttons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358414" y="6896695"/>
            <a:ext cx="7399973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Prominent call-to-action buttons encourage users to explore further and engage with the application.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337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435" y="2852857"/>
            <a:ext cx="4467582" cy="558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Registration Process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7303770" y="3679269"/>
            <a:ext cx="22860" cy="3931206"/>
          </a:xfrm>
          <a:prstGeom prst="roundRect">
            <a:avLst>
              <a:gd name="adj" fmla="val 328329"/>
            </a:avLst>
          </a:prstGeom>
          <a:solidFill>
            <a:srgbClr val="C8C9CF"/>
          </a:solidFill>
          <a:ln/>
        </p:spPr>
      </p:sp>
      <p:sp>
        <p:nvSpPr>
          <p:cNvPr id="5" name="Shape 2"/>
          <p:cNvSpPr/>
          <p:nvPr/>
        </p:nvSpPr>
        <p:spPr>
          <a:xfrm>
            <a:off x="6511588" y="4069794"/>
            <a:ext cx="625435" cy="22860"/>
          </a:xfrm>
          <a:prstGeom prst="roundRect">
            <a:avLst>
              <a:gd name="adj" fmla="val 328329"/>
            </a:avLst>
          </a:prstGeom>
          <a:solidFill>
            <a:srgbClr val="C8C9CF"/>
          </a:solidFill>
          <a:ln/>
        </p:spPr>
      </p:sp>
      <p:sp>
        <p:nvSpPr>
          <p:cNvPr id="6" name="Shape 3"/>
          <p:cNvSpPr/>
          <p:nvPr/>
        </p:nvSpPr>
        <p:spPr>
          <a:xfrm>
            <a:off x="7114163" y="3880247"/>
            <a:ext cx="402074" cy="402074"/>
          </a:xfrm>
          <a:prstGeom prst="roundRect">
            <a:avLst>
              <a:gd name="adj" fmla="val 1866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63348" y="3947279"/>
            <a:ext cx="10370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098608" y="3857863"/>
            <a:ext cx="2233732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Form Input Fields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5435" y="4244221"/>
            <a:ext cx="5706904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registration form is well-organized and includes essential fields such as name, email, password, and contact information.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3377" y="4963120"/>
            <a:ext cx="625435" cy="22860"/>
          </a:xfrm>
          <a:prstGeom prst="roundRect">
            <a:avLst>
              <a:gd name="adj" fmla="val 328329"/>
            </a:avLst>
          </a:prstGeom>
          <a:solidFill>
            <a:srgbClr val="C8C9CF"/>
          </a:solidFill>
          <a:ln/>
        </p:spPr>
      </p:sp>
      <p:sp>
        <p:nvSpPr>
          <p:cNvPr id="11" name="Shape 8"/>
          <p:cNvSpPr/>
          <p:nvPr/>
        </p:nvSpPr>
        <p:spPr>
          <a:xfrm>
            <a:off x="7114163" y="4773573"/>
            <a:ext cx="402074" cy="402074"/>
          </a:xfrm>
          <a:prstGeom prst="roundRect">
            <a:avLst>
              <a:gd name="adj" fmla="val 1866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40488" y="4840605"/>
            <a:ext cx="149304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298061" y="4751189"/>
            <a:ext cx="298751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Password Strength Indicator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8298061" y="5137547"/>
            <a:ext cx="5706904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password strength indicator helps users create strong and secure passwords, enhancing account security.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11588" y="5767149"/>
            <a:ext cx="625435" cy="22860"/>
          </a:xfrm>
          <a:prstGeom prst="roundRect">
            <a:avLst>
              <a:gd name="adj" fmla="val 328329"/>
            </a:avLst>
          </a:prstGeom>
          <a:solidFill>
            <a:srgbClr val="C8C9CF"/>
          </a:solidFill>
          <a:ln/>
        </p:spPr>
      </p:sp>
      <p:sp>
        <p:nvSpPr>
          <p:cNvPr id="16" name="Shape 13"/>
          <p:cNvSpPr/>
          <p:nvPr/>
        </p:nvSpPr>
        <p:spPr>
          <a:xfrm>
            <a:off x="7114163" y="5577602"/>
            <a:ext cx="402074" cy="402074"/>
          </a:xfrm>
          <a:prstGeom prst="roundRect">
            <a:avLst>
              <a:gd name="adj" fmla="val 1866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37631" y="5644634"/>
            <a:ext cx="155138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2787848" y="5555218"/>
            <a:ext cx="354449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Terms and Conditions Agreement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25435" y="5941576"/>
            <a:ext cx="5706904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Users are required to acknowledge and agree to the terms and conditions before completing the registration process.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93377" y="6571298"/>
            <a:ext cx="625435" cy="22860"/>
          </a:xfrm>
          <a:prstGeom prst="roundRect">
            <a:avLst>
              <a:gd name="adj" fmla="val 328329"/>
            </a:avLst>
          </a:prstGeom>
          <a:solidFill>
            <a:srgbClr val="C8C9CF"/>
          </a:solidFill>
          <a:ln/>
        </p:spPr>
      </p:sp>
      <p:sp>
        <p:nvSpPr>
          <p:cNvPr id="21" name="Shape 18"/>
          <p:cNvSpPr/>
          <p:nvPr/>
        </p:nvSpPr>
        <p:spPr>
          <a:xfrm>
            <a:off x="7114163" y="6381750"/>
            <a:ext cx="402074" cy="402074"/>
          </a:xfrm>
          <a:prstGeom prst="roundRect">
            <a:avLst>
              <a:gd name="adj" fmla="val 1866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32749" y="6448782"/>
            <a:ext cx="16478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298061" y="6359366"/>
            <a:ext cx="2233732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Confirmation Email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8298061" y="6745724"/>
            <a:ext cx="5706904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Upon successful registration, a confirmation email is sent to the user, validating their account and providing access to the application.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354" y="579358"/>
            <a:ext cx="5266968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Secure Login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7354" y="1790700"/>
            <a:ext cx="473988" cy="473988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3090" y="1869638"/>
            <a:ext cx="12239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421963" y="1790700"/>
            <a:ext cx="2823091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Email/Username Login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421963" y="2246233"/>
            <a:ext cx="6984682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Users can log in using either their registered email address or username, offering flexibility and convenience.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37354" y="3368159"/>
            <a:ext cx="473988" cy="473988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301" y="3447098"/>
            <a:ext cx="176093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1421963" y="3368159"/>
            <a:ext cx="263342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Password Recovery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421963" y="3823692"/>
            <a:ext cx="6984682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password recovery feature allows users to reset their passwords if forgotten, ensuring account accessibility.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37354" y="4945618"/>
            <a:ext cx="473988" cy="473988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2848" y="5024557"/>
            <a:ext cx="182999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1421963" y="4945618"/>
            <a:ext cx="468129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Two-Factor Authentication (Optional)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421963" y="5401151"/>
            <a:ext cx="6984682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 optional two-factor authentication (2FA) feature adds an extra layer of security to user accounts, protecting against unauthorized access.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737354" y="6523077"/>
            <a:ext cx="473988" cy="473988"/>
          </a:xfrm>
          <a:prstGeom prst="roundRect">
            <a:avLst>
              <a:gd name="adj" fmla="val 1866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133" y="6602016"/>
            <a:ext cx="194429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1421963" y="6523077"/>
            <a:ext cx="267985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Session Management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1421963" y="6978610"/>
            <a:ext cx="6984682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application implements secure session management, maintaining user sessions and ensuring secure access to sensitive information.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005489"/>
            <a:ext cx="6337697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Booking Functionality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394115"/>
            <a:ext cx="366938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Search and Filter Options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4026694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booking section allows users to easily search for available options based on location, date, time, and specific criteria.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39411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Availability Calendar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695" y="4026694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 interactive calendar displays real-time availability for different locations, ensuring users can select suitable booking times.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394115"/>
            <a:ext cx="319539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Booking Confirmation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4026694"/>
            <a:ext cx="3898821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Upon successful booking, users receive a confirmation email with details of their reservation, including date, time, location, and any additional information.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0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4323" y="414695"/>
            <a:ext cx="4555569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User Interface (UI) Design</a:t>
            </a:r>
            <a:endParaRPr lang="en-US" sz="2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323" y="1112163"/>
            <a:ext cx="377071" cy="3770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14323" y="1639967"/>
            <a:ext cx="188547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Intuitive Navigation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014323" y="1966198"/>
            <a:ext cx="8088154" cy="482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application's navigation is intuitive and easy to use, allowing users to seamlessly move between different sections and access key features.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323" y="2901315"/>
            <a:ext cx="377071" cy="3770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14323" y="3429119"/>
            <a:ext cx="188547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User-Friendly Forms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6014323" y="3755350"/>
            <a:ext cx="8088154" cy="482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Forms are designed to be user-friendly, with clear labels and instructions, making it easy for users to input information accurately.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323" y="4690467"/>
            <a:ext cx="377071" cy="3770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14323" y="5218271"/>
            <a:ext cx="188547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Responsive Design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014323" y="5544503"/>
            <a:ext cx="8088154" cy="482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application is responsive, adapting to different screen sizes and devices, ensuring an optimal user experience across various platforms.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4323" y="6479619"/>
            <a:ext cx="377071" cy="37707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14323" y="7007423"/>
            <a:ext cx="188547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Visual Appeal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6014323" y="7333655"/>
            <a:ext cx="8088154" cy="482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overall UI design is visually appealing and modern, incorporating a consistent color scheme, typography, and imagery, creating an engaging and user-friendly experience.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183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068" y="3362325"/>
            <a:ext cx="5576768" cy="654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Backend Development</a:t>
            </a:r>
            <a:endParaRPr lang="en-US" sz="4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68" y="4331018"/>
            <a:ext cx="4388048" cy="8378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2499" y="5483066"/>
            <a:ext cx="2618303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Node.js Server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942499" y="5935861"/>
            <a:ext cx="3969187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Node.js server handles user requests, database interactions, and API endpoints, providing the backend infrastructure for the application.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116" y="4331018"/>
            <a:ext cx="4388048" cy="8378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30547" y="5483066"/>
            <a:ext cx="2618303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MySQL Database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5330547" y="5935861"/>
            <a:ext cx="3969187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MySQL database stores application data, including user information, booking details, and other relevant information.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165" y="4331018"/>
            <a:ext cx="4388048" cy="8378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8596" y="5483066"/>
            <a:ext cx="2618303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API Endpoints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9718596" y="5935861"/>
            <a:ext cx="3969187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application utilizes API endpoints to facilitate communication between the frontend and backend, enabling data exchange and dynamic functionality.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2956" y="978218"/>
            <a:ext cx="6397943" cy="708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Security Considerations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2956" y="2026087"/>
            <a:ext cx="7558088" cy="5225177"/>
          </a:xfrm>
          <a:prstGeom prst="roundRect">
            <a:avLst>
              <a:gd name="adj" fmla="val 182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0576" y="2033707"/>
            <a:ext cx="7542848" cy="13742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7152" y="2177177"/>
            <a:ext cx="3314462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Input Validation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386" y="2177177"/>
            <a:ext cx="3314462" cy="108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Validates user input to prevent malicious code injection and ensure data integrity.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0576" y="3407926"/>
            <a:ext cx="7542848" cy="17366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7152" y="3551396"/>
            <a:ext cx="3314462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Data Encryption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386" y="3551396"/>
            <a:ext cx="3314462" cy="144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Encrypts sensitive data, such as passwords and user information, to protect against unauthorized access.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0576" y="5144572"/>
            <a:ext cx="7542848" cy="20990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7152" y="5288042"/>
            <a:ext cx="3314462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Authentication and Authorization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386" y="5288042"/>
            <a:ext cx="3314462" cy="181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Implements robust authentication and authorization mechanisms to control user access to different sections of the application.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25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3904" y="3285887"/>
            <a:ext cx="5614511" cy="673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50546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Future Enhancements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53904" y="4524256"/>
            <a:ext cx="484584" cy="484584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3688" y="4604980"/>
            <a:ext cx="125016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53872" y="4524256"/>
            <a:ext cx="269259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Payment Integration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453872" y="4990028"/>
            <a:ext cx="575369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Integrating a secure payment gateway to enable users to make online payments for bookings.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22952" y="4524256"/>
            <a:ext cx="484584" cy="484584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5233" y="4604980"/>
            <a:ext cx="180023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8122920" y="4524256"/>
            <a:ext cx="269259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Real-Time Updates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122920" y="4990028"/>
            <a:ext cx="5753695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Implementing real-time updates for booking availability, allowing users to see live status changes.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753904" y="6136838"/>
            <a:ext cx="484584" cy="484584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2613" y="6217563"/>
            <a:ext cx="187047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1453872" y="6136838"/>
            <a:ext cx="320813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User Reviews and Ratings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453872" y="6602611"/>
            <a:ext cx="5753695" cy="103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Adding a feature for users to leave reviews and ratings, enhancing user engagement and providing valuable feedback.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7422952" y="6136838"/>
            <a:ext cx="484584" cy="484584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65827" y="6217563"/>
            <a:ext cx="19871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8122920" y="6136838"/>
            <a:ext cx="408729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Personalized Recommendations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8122920" y="6602611"/>
            <a:ext cx="5753695" cy="1033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Leveraging user data to provide personalized recommendations for bookings based on past preferences and location.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2024-09-17T04:08:34Z</dcterms:created>
  <dcterms:modified xsi:type="dcterms:W3CDTF">2024-09-17T04:08:34Z</dcterms:modified>
</cp:coreProperties>
</file>